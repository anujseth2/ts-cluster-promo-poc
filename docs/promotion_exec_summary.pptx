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THOUGHTSPOT · CROSS-CLUSTER PROMOTION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ThoughtSpot content — liveboards, models, tables, Spotter feedback and NL instructions — from one cluster to another, safely and without duplicating objects.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4094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CLUSTER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32688" y="26289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(source)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21945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E7C8B"/>
          </a:solidFill>
          <a:ln w="19050">
            <a:solidFill>
              <a:srgbClr val="0A5A6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24094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18888" y="26289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service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95360" y="21945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05088" y="24094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CLUSTER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705088" y="26289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(target)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66160" y="2674620"/>
            <a:ext cx="1143000" cy="0"/>
          </a:xfrm>
          <a:prstGeom prst="line">
            <a:avLst/>
          </a:prstGeom>
          <a:noFill/>
          <a:ln w="28575">
            <a:solidFill>
              <a:srgbClr val="0A5A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2674620"/>
            <a:ext cx="1143000" cy="0"/>
          </a:xfrm>
          <a:prstGeom prst="line">
            <a:avLst/>
          </a:prstGeom>
          <a:noFill/>
          <a:ln w="28575">
            <a:solidFill>
              <a:srgbClr val="0E7C8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520440" y="2340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2340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154680"/>
            <a:ext cx="0" cy="457200"/>
          </a:xfrm>
          <a:prstGeom prst="line">
            <a:avLst/>
          </a:prstGeom>
          <a:noFill/>
          <a:ln w="28575">
            <a:solidFill>
              <a:srgbClr val="7A52B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75120" y="3611880"/>
            <a:ext cx="0" cy="-457200"/>
          </a:xfrm>
          <a:prstGeom prst="line">
            <a:avLst/>
          </a:prstGeom>
          <a:noFill/>
          <a:ln w="28575">
            <a:solidFill>
              <a:srgbClr val="7A52B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160520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· merge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3255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361188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A52B3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375818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BRIDGE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1888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main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507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 is the only thing that talks to both clusters and the GitHub bridge.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5175504"/>
            <a:ext cx="310896" cy="31089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5157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stack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6384" y="55961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promotion carries an object and all its dependencies.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15968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35424" y="5175504"/>
            <a:ext cx="310896" cy="31089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56048" y="5157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Update-in-place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53712" y="55961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obj_id updates the target object — never a duplicate.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83296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5175504"/>
            <a:ext cx="310896" cy="31089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23376" y="5157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first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55961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checked against the target before it lands; blockers auto-resolved.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6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BOTTLENECK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gate production — the auth path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user-scoped authentication on two fronts — the ThoughtSpot clusters and the GitHub bridge — configured on the platform side.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BEDE4"/>
          </a:solidFill>
          <a:ln w="12700">
            <a:solidFill>
              <a:srgbClr val="E8C3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788920"/>
            <a:ext cx="548640" cy="548640"/>
          </a:xfrm>
          <a:prstGeom prst="ellipse">
            <a:avLst/>
          </a:prstGeom>
          <a:solidFill>
            <a:srgbClr val="C0632E"/>
          </a:solidFill>
          <a:ln w="12700">
            <a:solidFill>
              <a:srgbClr val="C063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816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4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OAuth under SSO — ThoughtSpot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3794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authenticates to the source and target clusters with a user-scoped token, issued through their SSO / identity provider via OAuth (OIDC).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BEDE4"/>
          </a:solidFill>
          <a:ln w="12700">
            <a:solidFill>
              <a:srgbClr val="E8C3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2788920"/>
            <a:ext cx="548640" cy="548640"/>
          </a:xfrm>
          <a:prstGeom prst="ellipse">
            <a:avLst/>
          </a:prstGeom>
          <a:solidFill>
            <a:srgbClr val="C0632E"/>
          </a:solidFill>
          <a:ln w="12700">
            <a:solidFill>
              <a:srgbClr val="C063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69480" y="2816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4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on Git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74536" y="3794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bridge authenticates with an OAuth App / GitHub App issuing short-lived, org-authorized tokens.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6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code change on our side — it's OAuth / token configuration on the platform side.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go to production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to production, provision user-scoped tokens on both fronts: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clusters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999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+ target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483864"/>
            <a:ext cx="146304" cy="146304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34107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 OAuth / OIDC client with the identity provider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42232"/>
            <a:ext cx="146304" cy="146304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user-scoped API tokens for the app (or approve trusted auth)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00600"/>
            <a:ext cx="146304" cy="146304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7274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the promotion role: DATAMANAGEMENT (obj_id) + Spotter coaching (NL)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560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2999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repository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3483864"/>
            <a:ext cx="146304" cy="146304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34107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an OAuth App or GitHub App for the bridge repo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4142232"/>
            <a:ext cx="146304" cy="146304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short-lived, fine-grained tokens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4800600"/>
            <a:ext cx="146304" cy="146304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47274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app/token for the org's SSO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the promotion engine, Git bridge, warehouse reads (Unity Catalog) — is ready. SSO + Git access is the last dependency.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2026-07-24T20:23:52Z</dcterms:created>
  <dcterms:modified xsi:type="dcterms:W3CDTF">2026-07-24T20:23:52Z</dcterms:modified>
</cp:coreProperties>
</file>