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ThoughtSpot · Cross-Cluster Promotion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 →  Future State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58368" y="361188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promotion tool works today, and where it's headed: a React app, SSO / OAuth to both clusters, and Unity Catalog replacing the legacy hive_metastore.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4892040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12333C"/>
          </a:solidFill>
          <a:ln w="12700">
            <a:solidFill>
              <a:srgbClr val="1E4A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50292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E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SHELL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52852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 →  React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15968" y="4892040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12333C"/>
          </a:solidFill>
          <a:ln w="12700">
            <a:solidFill>
              <a:srgbClr val="1E4A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98848" y="50292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E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98848" y="52852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tokens  →  SSO / OAuth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73568" y="4892040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12333C"/>
          </a:solidFill>
          <a:ln w="12700">
            <a:solidFill>
              <a:srgbClr val="1E4A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56448" y="50292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E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WAREHOUSE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156448" y="52852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hive_metastore  →  Unity Catalog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7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ts-cluster-promo-poc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7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SHIFT, AT A GLANCE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change — the core stays the same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3017520"/>
          </a:xfrm>
          <a:prstGeom prst="roundRect">
            <a:avLst>
              <a:gd name="adj" fmla="val 3030"/>
            </a:avLst>
          </a:prstGeom>
          <a:solidFill>
            <a:srgbClr val="F1F5F7"/>
          </a:solidFill>
          <a:ln w="12700">
            <a:solidFill>
              <a:srgbClr val="D3DE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928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4048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shell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5670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26440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67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(Python)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370332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0E9E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40233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 React single-page app — faster, componentised, productised UI.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61688" y="1691640"/>
            <a:ext cx="3611880" cy="3017520"/>
          </a:xfrm>
          <a:prstGeom prst="roundRect">
            <a:avLst>
              <a:gd name="adj" fmla="val 3030"/>
            </a:avLst>
          </a:prstGeom>
          <a:solidFill>
            <a:srgbClr val="F1F5F7"/>
          </a:solidFill>
          <a:ln w="12700">
            <a:solidFill>
              <a:srgbClr val="D3DE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8928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90288" y="24048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90288" y="292608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5670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90288" y="326440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67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tokens in env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90288" y="370332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0E9E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90288" y="40233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User-scoped SSO + OAuth to both clusters. No long-lived service tokens on the box.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74736" y="1691640"/>
            <a:ext cx="3611880" cy="3017520"/>
          </a:xfrm>
          <a:prstGeom prst="roundRect">
            <a:avLst>
              <a:gd name="adj" fmla="val 3030"/>
            </a:avLst>
          </a:prstGeom>
          <a:solidFill>
            <a:srgbClr val="F1F5F7"/>
          </a:solidFill>
          <a:ln w="12700">
            <a:solidFill>
              <a:srgbClr val="D3DE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03336" y="18928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403336" y="24048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03336" y="292608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5670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03336" y="326440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67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Databricks hive_metastore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03336" y="370332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0E9E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03336" y="40233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Catalog. Our existing column-introspection API calls keep working — delegated, no SP+token.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Unchanged: </a:t>
            </a:r>
            <a:pPr algn="l" indent="0" marL="0">
              <a:buNone/>
            </a:pPr>
            <a:r>
              <a:rPr lang="en-US" sz="13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Git bridge, obj_id identity, and the discover → cascade promotion engine all carry over as-is.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7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STATE ·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is the hub — everything moves through it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475488" y="2395728"/>
            <a:ext cx="2724912" cy="2084832"/>
          </a:xfrm>
          <a:prstGeom prst="roundRect">
            <a:avLst>
              <a:gd name="adj" fmla="val 3947"/>
            </a:avLst>
          </a:prstGeom>
          <a:ln w="12700">
            <a:solidFill>
              <a:srgbClr val="AEBDC8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03504" y="2295144"/>
            <a:ext cx="155448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5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ORG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198864" y="1993392"/>
            <a:ext cx="2615184" cy="2852928"/>
          </a:xfrm>
          <a:prstGeom prst="roundRect">
            <a:avLst>
              <a:gd name="adj" fmla="val 3147"/>
            </a:avLst>
          </a:prstGeom>
          <a:ln w="12700">
            <a:solidFill>
              <a:srgbClr val="AEBDC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9326880" y="1892808"/>
            <a:ext cx="155448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5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ORG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3108960"/>
            <a:ext cx="2697480" cy="1097280"/>
          </a:xfrm>
          <a:prstGeom prst="roundRect">
            <a:avLst>
              <a:gd name="adj" fmla="val 7500"/>
            </a:avLst>
          </a:prstGeom>
          <a:solidFill>
            <a:srgbClr val="0E7C8B"/>
          </a:solidFill>
          <a:ln w="19050">
            <a:solidFill>
              <a:srgbClr val="0A5A66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C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64608" y="3218688"/>
            <a:ext cx="2478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HUB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864608" y="3438144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64608" y="3749040"/>
            <a:ext cx="2478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all systems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13232" y="3108960"/>
            <a:ext cx="224028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D3DEE4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C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218688"/>
            <a:ext cx="2020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E7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· THOUGHTSPOT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22960" y="3438144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cluster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749040"/>
            <a:ext cx="2020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418320" y="2331720"/>
            <a:ext cx="21488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D3DEE4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C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28048" y="2441448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E7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· THOUGHTSPOT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528048" y="2660904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cluster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528048" y="2971800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· obj_id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418320" y="3657600"/>
            <a:ext cx="21488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2225">
            <a:solidFill>
              <a:srgbClr val="C0632E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C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528048" y="3767328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C06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CDW · WAREHOUSE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528048" y="3986784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CDW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528048" y="4297680"/>
            <a:ext cx="19293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hive_metastore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5212080"/>
            <a:ext cx="26974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9050">
            <a:solidFill>
              <a:srgbClr val="7A52B3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C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64608" y="5321808"/>
            <a:ext cx="2478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7A52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BRIDGE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64608" y="5541264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→ main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64608" y="5852160"/>
            <a:ext cx="24780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squash-merge PR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87552" y="274320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5670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token / login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46920" y="196596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5670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token / login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953512" y="3419856"/>
            <a:ext cx="1801368" cy="0"/>
          </a:xfrm>
          <a:prstGeom prst="line">
            <a:avLst/>
          </a:prstGeom>
          <a:noFill/>
          <a:ln w="25400">
            <a:solidFill>
              <a:srgbClr val="56708A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717036" y="3282696"/>
            <a:ext cx="274320" cy="274320"/>
          </a:xfrm>
          <a:prstGeom prst="ellipse">
            <a:avLst/>
          </a:prstGeom>
          <a:solidFill>
            <a:srgbClr val="0A5A66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17036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076956" y="3145536"/>
            <a:ext cx="155448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TML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953512" y="3895344"/>
            <a:ext cx="1801368" cy="0"/>
          </a:xfrm>
          <a:prstGeom prst="line">
            <a:avLst/>
          </a:prstGeom>
          <a:noFill/>
          <a:ln w="19050">
            <a:solidFill>
              <a:srgbClr val="C0417A"/>
            </a:solidFill>
            <a:prstDash val="dash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3076956" y="3968496"/>
            <a:ext cx="155448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4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 · read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532120" y="4206240"/>
            <a:ext cx="0" cy="1005840"/>
          </a:xfrm>
          <a:prstGeom prst="line">
            <a:avLst/>
          </a:prstGeom>
          <a:noFill/>
          <a:ln w="25400">
            <a:solidFill>
              <a:srgbClr val="7A52B3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394960" y="4572000"/>
            <a:ext cx="274320" cy="274320"/>
          </a:xfrm>
          <a:prstGeom prst="ellipse">
            <a:avLst/>
          </a:prstGeom>
          <a:solidFill>
            <a:srgbClr val="7A52B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94960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46320" y="4892040"/>
            <a:ext cx="13716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52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· PR · merge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675120" y="5212080"/>
            <a:ext cx="0" cy="-1005840"/>
          </a:xfrm>
          <a:prstGeom prst="line">
            <a:avLst/>
          </a:prstGeom>
          <a:noFill/>
          <a:ln w="25400">
            <a:solidFill>
              <a:srgbClr val="7A52B3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537960" y="4572000"/>
            <a:ext cx="274320" cy="274320"/>
          </a:xfrm>
          <a:prstGeom prst="ellipse">
            <a:avLst/>
          </a:prstGeom>
          <a:solidFill>
            <a:srgbClr val="7A52B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37960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989320" y="4297680"/>
            <a:ext cx="13716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52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merged main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452360" y="3291840"/>
            <a:ext cx="1965960" cy="-594360"/>
          </a:xfrm>
          <a:prstGeom prst="line">
            <a:avLst/>
          </a:prstGeom>
          <a:noFill/>
          <a:ln w="25400">
            <a:solidFill>
              <a:srgbClr val="0E7C8B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626096" y="3063240"/>
            <a:ext cx="274320" cy="274320"/>
          </a:xfrm>
          <a:prstGeom prst="ellipse">
            <a:avLst/>
          </a:prstGeom>
          <a:solidFill>
            <a:srgbClr val="0A5A66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26096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818120" y="2487168"/>
            <a:ext cx="155448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(obj_id)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452360" y="3675888"/>
            <a:ext cx="1965960" cy="-612648"/>
          </a:xfrm>
          <a:prstGeom prst="line">
            <a:avLst/>
          </a:prstGeom>
          <a:noFill/>
          <a:ln w="19050">
            <a:solidFill>
              <a:srgbClr val="C0417A"/>
            </a:solidFill>
            <a:prstDash val="dash"/>
            <a:headEnd type="none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7882128" y="3163824"/>
            <a:ext cx="14173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4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 · write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452360" y="3977640"/>
            <a:ext cx="1965960" cy="137160"/>
          </a:xfrm>
          <a:prstGeom prst="line">
            <a:avLst/>
          </a:prstGeom>
          <a:noFill/>
          <a:ln w="20320">
            <a:solidFill>
              <a:srgbClr val="C0632E"/>
            </a:solidFill>
            <a:prstDash val="dash"/>
            <a:headEnd type="none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7863840" y="4206240"/>
            <a:ext cx="16002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6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columns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 </a:t>
            </a:r>
            <a:pPr algn="l" indent="0" marL="0">
              <a:buNone/>
            </a:pPr>
            <a:r>
              <a:rPr lang="en-US" sz="12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credentials from env; the GSK warehouse (hive_metastore) needs a Service Principal + token for column reads.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7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STATE · TARGET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shape, modern shell — React, SSO/OAuth, Unity Catalog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475488" y="2395728"/>
            <a:ext cx="2724912" cy="2084832"/>
          </a:xfrm>
          <a:prstGeom prst="roundRect">
            <a:avLst>
              <a:gd name="adj" fmla="val 3947"/>
            </a:avLst>
          </a:prstGeom>
          <a:ln w="12700">
            <a:solidFill>
              <a:srgbClr val="AEBDC8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03504" y="2295144"/>
            <a:ext cx="155448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5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ORG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198864" y="1993392"/>
            <a:ext cx="2615184" cy="2852928"/>
          </a:xfrm>
          <a:prstGeom prst="roundRect">
            <a:avLst>
              <a:gd name="adj" fmla="val 3147"/>
            </a:avLst>
          </a:prstGeom>
          <a:ln w="12700">
            <a:solidFill>
              <a:srgbClr val="AEBDC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9326880" y="1892808"/>
            <a:ext cx="155448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5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ORG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3108960"/>
            <a:ext cx="2697480" cy="1097280"/>
          </a:xfrm>
          <a:prstGeom prst="roundRect">
            <a:avLst>
              <a:gd name="adj" fmla="val 7500"/>
            </a:avLst>
          </a:prstGeom>
          <a:solidFill>
            <a:srgbClr val="0E9E8C"/>
          </a:solidFill>
          <a:ln w="19050">
            <a:solidFill>
              <a:srgbClr val="0B7E70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C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64608" y="3218688"/>
            <a:ext cx="2478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HUB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864608" y="3438144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app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64608" y="3749040"/>
            <a:ext cx="2478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all systems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13232" y="3108960"/>
            <a:ext cx="224028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D3DEE4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C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218688"/>
            <a:ext cx="2020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E7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· THOUGHTSPOT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22960" y="3438144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cluster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749040"/>
            <a:ext cx="2020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418320" y="2331720"/>
            <a:ext cx="21488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D3DEE4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C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28048" y="2441448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E7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· THOUGHTSPOT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528048" y="2660904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cluster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528048" y="2971800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· obj_id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418320" y="3657600"/>
            <a:ext cx="21488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2225">
            <a:solidFill>
              <a:srgbClr val="0E9E8C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C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528048" y="3767328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E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CDW · WAREHOUSE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528048" y="3986784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CDW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528048" y="4297680"/>
            <a:ext cx="19293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Unity Catalog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5212080"/>
            <a:ext cx="26974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9050">
            <a:solidFill>
              <a:srgbClr val="7A52B3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C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64608" y="5321808"/>
            <a:ext cx="2478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7A52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BRIDGE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64608" y="5541264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→ main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64608" y="5852160"/>
            <a:ext cx="24780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squash-merge PR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87552" y="274320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0E9E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SSO + OAuth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46920" y="196596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0E9E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SSO + OAuth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953512" y="3419856"/>
            <a:ext cx="1801368" cy="0"/>
          </a:xfrm>
          <a:prstGeom prst="line">
            <a:avLst/>
          </a:prstGeom>
          <a:noFill/>
          <a:ln w="25400">
            <a:solidFill>
              <a:srgbClr val="56708A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717036" y="3282696"/>
            <a:ext cx="274320" cy="274320"/>
          </a:xfrm>
          <a:prstGeom prst="ellipse">
            <a:avLst/>
          </a:prstGeom>
          <a:solidFill>
            <a:srgbClr val="0A5A66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17036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076956" y="3145536"/>
            <a:ext cx="155448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TML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953512" y="3895344"/>
            <a:ext cx="1801368" cy="0"/>
          </a:xfrm>
          <a:prstGeom prst="line">
            <a:avLst/>
          </a:prstGeom>
          <a:noFill/>
          <a:ln w="19050">
            <a:solidFill>
              <a:srgbClr val="C0417A"/>
            </a:solidFill>
            <a:prstDash val="dash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3076956" y="3968496"/>
            <a:ext cx="155448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4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 · read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532120" y="4206240"/>
            <a:ext cx="0" cy="1005840"/>
          </a:xfrm>
          <a:prstGeom prst="line">
            <a:avLst/>
          </a:prstGeom>
          <a:noFill/>
          <a:ln w="25400">
            <a:solidFill>
              <a:srgbClr val="7A52B3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394960" y="4572000"/>
            <a:ext cx="274320" cy="274320"/>
          </a:xfrm>
          <a:prstGeom prst="ellipse">
            <a:avLst/>
          </a:prstGeom>
          <a:solidFill>
            <a:srgbClr val="7A52B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94960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46320" y="4892040"/>
            <a:ext cx="13716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52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· PR · merge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675120" y="5212080"/>
            <a:ext cx="0" cy="-1005840"/>
          </a:xfrm>
          <a:prstGeom prst="line">
            <a:avLst/>
          </a:prstGeom>
          <a:noFill/>
          <a:ln w="25400">
            <a:solidFill>
              <a:srgbClr val="7A52B3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537960" y="4572000"/>
            <a:ext cx="274320" cy="274320"/>
          </a:xfrm>
          <a:prstGeom prst="ellipse">
            <a:avLst/>
          </a:prstGeom>
          <a:solidFill>
            <a:srgbClr val="7A52B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37960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989320" y="4297680"/>
            <a:ext cx="13716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52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merged main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452360" y="3291840"/>
            <a:ext cx="1965960" cy="-594360"/>
          </a:xfrm>
          <a:prstGeom prst="line">
            <a:avLst/>
          </a:prstGeom>
          <a:noFill/>
          <a:ln w="25400">
            <a:solidFill>
              <a:srgbClr val="0E9E8C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626096" y="3063240"/>
            <a:ext cx="274320" cy="274320"/>
          </a:xfrm>
          <a:prstGeom prst="ellipse">
            <a:avLst/>
          </a:prstGeom>
          <a:solidFill>
            <a:srgbClr val="0B7E7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26096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818120" y="2487168"/>
            <a:ext cx="155448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(obj_id)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452360" y="3675888"/>
            <a:ext cx="1965960" cy="-612648"/>
          </a:xfrm>
          <a:prstGeom prst="line">
            <a:avLst/>
          </a:prstGeom>
          <a:noFill/>
          <a:ln w="19050">
            <a:solidFill>
              <a:srgbClr val="C0417A"/>
            </a:solidFill>
            <a:prstDash val="dash"/>
            <a:headEnd type="none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7882128" y="3163824"/>
            <a:ext cx="14173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4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 · write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452360" y="3977640"/>
            <a:ext cx="1965960" cy="137160"/>
          </a:xfrm>
          <a:prstGeom prst="line">
            <a:avLst/>
          </a:prstGeom>
          <a:noFill/>
          <a:ln w="20320">
            <a:solidFill>
              <a:srgbClr val="0E9E8C"/>
            </a:solidFill>
            <a:prstDash val="dash"/>
            <a:headEnd type="none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7863840" y="4206240"/>
            <a:ext cx="16002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columns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 </a:t>
            </a:r>
            <a:pPr algn="l" indent="0" marL="0">
              <a:buNone/>
            </a:pPr>
            <a:r>
              <a:rPr lang="en-US" sz="12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app; user-scoped SSO/OAuth to both clusters; Unity Catalog — the same connection/search calls work, no SP+token.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7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 BY SIDE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vs future — what actually changes</a:t>
            </a:r>
            <a:endParaRPr lang="en-US" sz="3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023360"/>
                <a:gridCol w="40233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0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E8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shell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A6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Streamlit (Python)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5A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React single-page app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authentication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A6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Bearer token / org session login (static, env)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5A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SSO + OAuth, user-scoped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bridge auth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A6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Personal access token (PAT)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5A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PAT / GitHub App (unchanged)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A6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Databricks hive_metastore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5A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Databricks Unity Catalog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introspection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A6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Service Principal + token (GSK-specific)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5A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Same API calls, delegated — no SP+token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Promotion engine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A6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obj_id · Git bridge · discover/cascade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5A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Unchanged — reused as-is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and transport are untouched; the migration is the shell, the auth model, and the warehouse catalog.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7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static service tokens to user-scoped SSO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3794760"/>
          </a:xfrm>
          <a:prstGeom prst="roundRect">
            <a:avLst>
              <a:gd name="adj" fmla="val 2410"/>
            </a:avLst>
          </a:prstGeom>
          <a:solidFill>
            <a:srgbClr val="F1F5F7"/>
          </a:solidFill>
          <a:ln w="12700">
            <a:solidFill>
              <a:srgbClr val="D3DE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3852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5670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30428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credentials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clusters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0358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token, or org-scoped session login (username/password + org). Configured in env; token wins.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47472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37216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access token (PAT).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416052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(GSK)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44074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Principal + token to reach Databricks hive_metastore for column reads.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84632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50932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Long-lived shared secrets live on the host; not tied to a user.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737360"/>
            <a:ext cx="5349240" cy="3794760"/>
          </a:xfrm>
          <a:prstGeom prst="roundRect">
            <a:avLst>
              <a:gd name="adj" fmla="val 2410"/>
            </a:avLst>
          </a:prstGeom>
          <a:solidFill>
            <a:srgbClr val="EAF7F4"/>
          </a:solidFill>
          <a:ln w="12700">
            <a:solidFill>
              <a:srgbClr val="BFE6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193852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E9E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37960" y="230428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+ OAuth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37960" y="278892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clusters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37960" y="30358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 with OAuth — the promotion runs as the signed-in user, no static tokens.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37960" y="347472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37960" y="37216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 (PAT), or a GitHub App if we productise.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37960" y="416052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37960" y="44074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 through the ThoughtSpot connection under Unity Catalog — no separate SP+token.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37960" y="484632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37960" y="50932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identity + audit; secrets rotate with SSO; nothing sensitive on the box.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7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WAREHOUSE · THE DATABRICKS CDW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hive_metastore → Unity Catalog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BEDE4"/>
          </a:solidFill>
          <a:ln w="12700">
            <a:solidFill>
              <a:srgbClr val="E8C3A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6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Legacy by year-end.  </a:t>
            </a:r>
            <a:pPr indent="0" marL="0">
              <a:buNone/>
            </a:pPr>
            <a:r>
              <a:rPr lang="en-US" sz="1300" dirty="0">
                <a:solidFill>
                  <a:srgbClr val="7A4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GSK is retiring hive_metastore; the Unity Catalog cutover is externally timed, so our warehouse path must work under both.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349240" cy="3246120"/>
          </a:xfrm>
          <a:prstGeom prst="roundRect">
            <a:avLst>
              <a:gd name="adj" fmla="val 2817"/>
            </a:avLst>
          </a:prstGeom>
          <a:solidFill>
            <a:srgbClr val="F1F5F7"/>
          </a:solidFill>
          <a:ln w="12700">
            <a:solidFill>
              <a:srgbClr val="D3DE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807208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C063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· hive_metastore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GSK Databricks exposes columns via the legacy hive_metastore.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389534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introspect columns we must connect with a Service Principal + token.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44988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path is GSK-specific and prone to slow / 504 responses on cold warehouses.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510235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deprecated — not a long-term foundation.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2606040"/>
            <a:ext cx="5349240" cy="3246120"/>
          </a:xfrm>
          <a:prstGeom prst="roundRect">
            <a:avLst>
              <a:gd name="adj" fmla="val 2817"/>
            </a:avLst>
          </a:prstGeom>
          <a:solidFill>
            <a:srgbClr val="EAF7F4"/>
          </a:solidFill>
          <a:ln w="12700">
            <a:solidFill>
              <a:srgbClr val="BFE6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807208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0E9E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· Unity Catalog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29400" y="32918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Unity Catalog becomes the governed metadata layer.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29400" y="389534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existing connection/search · COLUMN calls work unchanged.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629400" y="44988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delegated through the ThoughtSpot connection — no separate SP+token.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29400" y="510235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Standard, governed, and consistent across warehouses.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change expected on the warehouse path — UC is API-compatible with what we already call.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7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DE-RISKING THE MIGRATION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carries over unchanged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1F5F7"/>
          </a:solidFill>
          <a:ln w="12700">
            <a:solidFill>
              <a:srgbClr val="D3DE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56816"/>
            <a:ext cx="292608" cy="292608"/>
          </a:xfrm>
          <a:prstGeom prst="ellipse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56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52144" y="19202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bridge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68096" y="2340864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→ main squash-merge PR as the promotion transaction, per-run file filtering.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15968" y="173736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1F5F7"/>
          </a:solidFill>
          <a:ln w="12700">
            <a:solidFill>
              <a:srgbClr val="D3DE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17136" y="1956816"/>
            <a:ext cx="292608" cy="292608"/>
          </a:xfrm>
          <a:prstGeom prst="ellipse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17136" y="1956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9472" y="19202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obj_id identity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35424" y="2340864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Update-in-place vs duplicate hinges on obj_id; alignment + table matcher reused.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83296" y="173736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1F5F7"/>
          </a:solidFill>
          <a:ln w="12700">
            <a:solidFill>
              <a:srgbClr val="D3DE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84464" y="1956816"/>
            <a:ext cx="292608" cy="292608"/>
          </a:xfrm>
          <a:prstGeom prst="ellipse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84464" y="1956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0" y="19202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→ cascade engine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02752" y="2340864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Validate-until-clean probe, dangling-ref detection, fixpoint drops — all preserved.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410712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1F5F7"/>
          </a:solidFill>
          <a:ln w="12700">
            <a:solidFill>
              <a:srgbClr val="D3DE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3630168"/>
            <a:ext cx="292608" cy="292608"/>
          </a:xfrm>
          <a:prstGeom prst="ellipse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630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2144" y="35935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CDW as source of truth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68096" y="4014216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the promotion against real warehouse columns up front (now via Unity Catalog).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15968" y="3410712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1F5F7"/>
          </a:solidFill>
          <a:ln w="12700">
            <a:solidFill>
              <a:srgbClr val="D3DE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17136" y="3630168"/>
            <a:ext cx="292608" cy="292608"/>
          </a:xfrm>
          <a:prstGeom prst="ellipse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17136" y="3630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19472" y="35935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promotion channels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35424" y="4014216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TML + feedback via Git; NL instructions direct via ai/instructions API.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83296" y="3410712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1F5F7"/>
          </a:solidFill>
          <a:ln w="12700">
            <a:solidFill>
              <a:srgbClr val="D3DE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84464" y="3630168"/>
            <a:ext cx="292608" cy="292608"/>
          </a:xfrm>
          <a:prstGeom prst="ellipse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84464" y="3630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686800" y="35935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v2 surface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02752" y="4014216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/ import / update-obj-id / connection-search — same endpoints.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migration is bounded: replace the shell and the auth model, ride GSK's Unity Catalog cutover — the promotion logic is not rewritten.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get there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611880" cy="2926080"/>
          </a:xfrm>
          <a:prstGeom prst="roundRect">
            <a:avLst>
              <a:gd name="adj" fmla="val 3125"/>
            </a:avLst>
          </a:prstGeom>
          <a:solidFill>
            <a:srgbClr val="12333C"/>
          </a:solidFill>
          <a:ln w="12700">
            <a:solidFill>
              <a:srgbClr val="1E4A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423160"/>
            <a:ext cx="640080" cy="640080"/>
          </a:xfrm>
          <a:prstGeom prst="ellipse">
            <a:avLst/>
          </a:prstGeom>
          <a:solidFill>
            <a:srgbClr val="0E9E8C"/>
          </a:solidFill>
          <a:ln w="12700">
            <a:solidFill>
              <a:srgbClr val="0E9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rewrite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4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UI as a React SPA over the same service layer; keep the promotion engine intact.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71416" y="2103120"/>
            <a:ext cx="3611880" cy="2926080"/>
          </a:xfrm>
          <a:prstGeom prst="roundRect">
            <a:avLst>
              <a:gd name="adj" fmla="val 3125"/>
            </a:avLst>
          </a:prstGeom>
          <a:solidFill>
            <a:srgbClr val="12333C"/>
          </a:solidFill>
          <a:ln w="12700">
            <a:solidFill>
              <a:srgbClr val="1E4A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45736" y="2423160"/>
            <a:ext cx="640080" cy="640080"/>
          </a:xfrm>
          <a:prstGeom prst="ellipse">
            <a:avLst/>
          </a:prstGeom>
          <a:solidFill>
            <a:srgbClr val="0E9E8C"/>
          </a:solidFill>
          <a:ln w="12700">
            <a:solidFill>
              <a:srgbClr val="0E9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45736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45736" y="32461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+ OAuth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45736" y="38862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4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static tokens for user-scoped SSO/OAuth to both clusters; add per-user audit.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02752" y="2103120"/>
            <a:ext cx="3611880" cy="2926080"/>
          </a:xfrm>
          <a:prstGeom prst="roundRect">
            <a:avLst>
              <a:gd name="adj" fmla="val 3125"/>
            </a:avLst>
          </a:prstGeom>
          <a:solidFill>
            <a:srgbClr val="12333C"/>
          </a:solidFill>
          <a:ln w="12700">
            <a:solidFill>
              <a:srgbClr val="1E4A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77072" y="2423160"/>
            <a:ext cx="640080" cy="640080"/>
          </a:xfrm>
          <a:prstGeom prst="ellipse">
            <a:avLst/>
          </a:prstGeom>
          <a:solidFill>
            <a:srgbClr val="0E9E8C"/>
          </a:solidFill>
          <a:ln w="12700">
            <a:solidFill>
              <a:srgbClr val="0E9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77072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77072" y="32461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cutover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77072" y="38862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4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GSK's hive_metastore → UC migration; validate column reads work delegated (expected: no code change).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394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hive_metastore is legacy by year-end — step 3 is externally timed; steps 1 &amp; 2 can proceed in parallel.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ts-cluster-promo</dc:creator>
  <cp:lastModifiedBy>ts-cluster-promo</cp:lastModifiedBy>
  <cp:revision>1</cp:revision>
  <dcterms:created xsi:type="dcterms:W3CDTF">2026-07-17T19:48:03Z</dcterms:created>
  <dcterms:modified xsi:type="dcterms:W3CDTF">2026-07-17T19:48:03Z</dcterms:modified>
</cp:coreProperties>
</file>